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YancoRead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Universal document reader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tools per format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